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6" r:id="rId4"/>
    <p:sldId id="257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56" d="100"/>
          <a:sy n="56" d="100"/>
        </p:scale>
        <p:origin x="1026" y="5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CCEB37-F6EC-B1D6-8177-644D2F84D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A74C3A0-F499-55C1-2A33-C8A9C85D4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D79B30-7622-F631-8D6A-BC2B3AAF6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6A05-A525-4566-9F5C-631239A2B5F0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5FD85C-BA6F-A4A1-E844-A8D1C18D6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042AC9-7E1E-5ACF-E5BC-D787161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60F4-1457-4E0E-85AC-EBEFC14F6C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712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EE8AB-E5B3-376B-4C12-569505402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267BF1-EBD4-A611-667A-67BF8A226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20ADAB-098C-E887-FD38-1D99D08AB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6A05-A525-4566-9F5C-631239A2B5F0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2D3A52-B91E-4A19-3DEA-3477597DA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43A352-7E51-F0BA-34B6-9BADDDFE3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60F4-1457-4E0E-85AC-EBEFC14F6C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198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0BEE10-F24C-E926-5D0C-9445D226E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33563F-A9A1-CDB9-5AA5-991D1753B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116844-64C6-BAFB-C3ED-2154923E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6A05-A525-4566-9F5C-631239A2B5F0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5C6A96-7C58-5144-AFA0-A9991088D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D61E3B-445B-69F7-E8C6-BA5B2D977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60F4-1457-4E0E-85AC-EBEFC14F6C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814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750766-96FC-58DB-1DBB-EF19924C6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55AABE-3AC1-6147-0093-0A006A62F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6DD51-F36A-3467-7762-CCB37AB3D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D83DC7-1793-3C66-2C8C-73A071070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6A05-A525-4566-9F5C-631239A2B5F0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CA6070-B007-9D74-DBAC-8B3C90E0F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EBDAE2-2011-EFF4-2A2D-6BE9A726D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60F4-1457-4E0E-85AC-EBEFC14F6C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771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790B1A-0F81-6661-DA6D-3AFFAFC7C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29C4B8-78C9-80BF-E497-6D57AD469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E58E98-9E03-A5DB-CF62-22C56DDD01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72EA428-1074-237D-84A7-B520A9E414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338A260-9B03-527E-1991-3EB8BF68B6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D5F1CF4-70E8-669F-E141-260F9D141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6A05-A525-4566-9F5C-631239A2B5F0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BD2E2EE-A684-BADE-40F3-9B67FA4ED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E9F9CCC-9695-055C-EB04-C1160405B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60F4-1457-4E0E-85AC-EBEFC14F6C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15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110979-F7C8-F255-36B5-AA4439A50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7CD1132-A52F-45B8-99D5-0FFEC0A80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6A05-A525-4566-9F5C-631239A2B5F0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1598D5D-F16C-9A11-07D1-A52251DBC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EA760E-6A15-C424-FA7F-A3E35DB20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60F4-1457-4E0E-85AC-EBEFC14F6C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163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D8D0EA5-C44A-803D-B8A7-C01D6753D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6A05-A525-4566-9F5C-631239A2B5F0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35B942F-65E8-161D-9725-35E2308CF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60670B-AD5D-7D61-6874-A077F921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60F4-1457-4E0E-85AC-EBEFC14F6C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878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677F55-9E38-3F7C-487C-478F5EAF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262F3F-07A9-22B6-38AF-C523CEF7E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31200E-434D-9E86-7A39-7519D0E40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031DE2-3580-3773-BE21-668659114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6A05-A525-4566-9F5C-631239A2B5F0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BC4704-E0C4-9B16-44FC-9DE190DC4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18B5EB-D271-58D4-9CB7-0C6226D38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60F4-1457-4E0E-85AC-EBEFC14F6C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048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5A2958-5D8D-16A0-9A62-C040307A2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6E2AE89-DA71-3DE6-BD01-ACC0DDEFC5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E448EE-EFBD-3846-D66E-56E3A7028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7A0614-EEED-2CB4-76ED-BA22A6BA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6A05-A525-4566-9F5C-631239A2B5F0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52F6E6-847F-1857-8B13-91219770E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C0C2BC-6BB7-25F6-747F-937B8DBA7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60F4-1457-4E0E-85AC-EBEFC14F6C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669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29AFE5-7376-AE6F-C759-723E7659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3227FD-E4CA-32DF-B6A5-6A59223399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A7DEBF-C468-336F-72DD-A1DF93107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6A05-A525-4566-9F5C-631239A2B5F0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581E91-9150-021D-3A64-932041A87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3EE8B1-6A18-49F3-E35B-0904ABB60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60F4-1457-4E0E-85AC-EBEFC14F6C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12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1632421-093D-6E3A-48DE-6110FDAF7B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374CCE-2FA9-4FF0-CE75-983A26DE7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8B2602-BCA5-433B-166B-C1FDDD63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6A05-A525-4566-9F5C-631239A2B5F0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665329-1BF0-C1E5-0862-42F9FA1AA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5F1FB6-59CD-99AB-7D3A-7DD7A2DAA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60F4-1457-4E0E-85AC-EBEFC14F6C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84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F7FDE9E-8539-CD49-3797-83B4AA748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B5E8AE-2635-7C71-4FF0-E7DBDD0E3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8D156A-5EB5-C69D-E896-71CA18E61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1D6A05-A525-4566-9F5C-631239A2B5F0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0F7491-2749-B5C9-9457-EC911FABAE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C0B5B1-7F08-12B9-28AC-4E8B3C45B2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0860F4-1457-4E0E-85AC-EBEFC14F6C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824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538E17-201B-BF81-5D6F-31F09A5D31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4867" y="1741121"/>
            <a:ext cx="9722265" cy="794927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CPU|GPU</a:t>
            </a:r>
            <a:r>
              <a:rPr lang="zh-CN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协同计算</a:t>
            </a:r>
            <a:r>
              <a:rPr lang="en-US" altLang="zh-CN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: </a:t>
            </a:r>
            <a:r>
              <a:rPr lang="zh-CN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复现与加速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AF88DEA-3246-B506-9084-AEF6415F0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785" y="3123474"/>
            <a:ext cx="9465890" cy="1655762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/>
              <a:t>实验配置：</a:t>
            </a:r>
            <a:r>
              <a:rPr lang="en-US" altLang="zh-CN" dirty="0"/>
              <a:t>Tesla T4</a:t>
            </a:r>
            <a:r>
              <a:rPr lang="zh-CN" altLang="en-US" dirty="0"/>
              <a:t>（</a:t>
            </a:r>
            <a:r>
              <a:rPr lang="en-US" altLang="zh-CN" dirty="0"/>
              <a:t>16GB</a:t>
            </a:r>
            <a:r>
              <a:rPr lang="zh-CN" altLang="en-US" dirty="0"/>
              <a:t>） </a:t>
            </a:r>
            <a:r>
              <a:rPr lang="en-US" altLang="zh-CN" dirty="0"/>
              <a:t>n1 (32 </a:t>
            </a:r>
            <a:r>
              <a:rPr lang="zh-CN" altLang="en-US" dirty="0"/>
              <a:t>个 </a:t>
            </a:r>
            <a:r>
              <a:rPr lang="en-US" altLang="zh-CN" dirty="0"/>
              <a:t>vCPU, 104 GB </a:t>
            </a:r>
            <a:r>
              <a:rPr lang="zh-CN" altLang="en-US" dirty="0"/>
              <a:t>内存</a:t>
            </a:r>
            <a:r>
              <a:rPr lang="en-US" altLang="zh-CN" dirty="0"/>
              <a:t>)</a:t>
            </a:r>
          </a:p>
          <a:p>
            <a:pPr algn="l"/>
            <a:r>
              <a:rPr lang="zh-CN" altLang="en-US" dirty="0"/>
              <a:t>模型选择：</a:t>
            </a:r>
            <a:r>
              <a:rPr lang="en-US" altLang="zh-CN" dirty="0"/>
              <a:t>Mixtral-8x7B model（87GB）</a:t>
            </a:r>
          </a:p>
          <a:p>
            <a:pPr algn="l"/>
            <a:r>
              <a:rPr lang="zh-CN" altLang="en-US" dirty="0"/>
              <a:t>复现论文：</a:t>
            </a:r>
            <a:r>
              <a:rPr lang="en-US" altLang="zh-CN" dirty="0"/>
              <a:t>FIDDLER: CPU-GPU ORCHESTRATION</a:t>
            </a:r>
            <a:r>
              <a:rPr lang="zh-CN" altLang="en-US" dirty="0"/>
              <a:t>（</a:t>
            </a:r>
            <a:r>
              <a:rPr lang="en-US" altLang="zh-CN" dirty="0"/>
              <a:t>ICLR 2025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879721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E716DE-E531-0FF8-BF73-876599504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协同计算背景调研：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7954B7-7CA7-5670-41EC-8E3A7A9D2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977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0423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11F79C-D96F-23C1-0762-83DD4B4E10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747E58C-B5C8-5EC9-194A-99D02C37F6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D914756-79B3-BB36-4A11-39EAECEF6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47" y="494089"/>
            <a:ext cx="12192000" cy="262868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CF8FF5F-8173-5451-1974-9CF66E716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46" y="3104641"/>
            <a:ext cx="9815943" cy="348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28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图表, 条形图">
            <a:extLst>
              <a:ext uri="{FF2B5EF4-FFF2-40B4-BE49-F238E27FC236}">
                <a16:creationId xmlns:a16="http://schemas.microsoft.com/office/drawing/2014/main" id="{BDAF4FCF-53F2-13DB-F47F-B97543DA60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85" y="576492"/>
            <a:ext cx="11410030" cy="5705015"/>
          </a:xfrm>
        </p:spPr>
      </p:pic>
    </p:spTree>
    <p:extLst>
      <p:ext uri="{BB962C8B-B14F-4D97-AF65-F5344CB8AC3E}">
        <p14:creationId xmlns:p14="http://schemas.microsoft.com/office/powerpoint/2010/main" val="81143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6A2597-E866-7094-7F93-66C9B63F7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6931"/>
            <a:ext cx="10515600" cy="5630032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接下来的打算和疑问：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246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1059</TotalTime>
  <Words>57</Words>
  <Application>Microsoft Office PowerPoint</Application>
  <PresentationFormat>宽屏</PresentationFormat>
  <Paragraphs>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Arial</vt:lpstr>
      <vt:lpstr>Calibri</vt:lpstr>
      <vt:lpstr>Office 主题​​</vt:lpstr>
      <vt:lpstr>CPU|GPU协同计算: 复现与加速</vt:lpstr>
      <vt:lpstr>协同计算背景调研：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宇杰 杨</dc:creator>
  <cp:lastModifiedBy>宇杰 杨</cp:lastModifiedBy>
  <cp:revision>1</cp:revision>
  <dcterms:created xsi:type="dcterms:W3CDTF">2026-03-03T22:13:49Z</dcterms:created>
  <dcterms:modified xsi:type="dcterms:W3CDTF">2026-03-04T15:53:46Z</dcterms:modified>
</cp:coreProperties>
</file>